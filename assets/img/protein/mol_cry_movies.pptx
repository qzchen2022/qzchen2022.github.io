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A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63694-AB7B-7842-0A51-548C22BCD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2D737E-7B20-8D6F-E7AC-3E845D63F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C0A532-ABD4-CE1C-2A37-9D202879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B8E60-B304-C935-46F3-FA7096BC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AD13F-2D46-3E9A-EE77-854DFB16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199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8A400-2599-5C31-BE00-99F3C19B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2FE5D-376D-928C-32A8-D1B571E6B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45875-3512-831D-F46F-AFB2884E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57A145-29E5-8D46-ACBF-7AF84849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8971B9-1EB1-EC5C-3B76-E9A321FD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1803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1ED36-904C-C71E-EFCC-783A65003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607481-246C-F658-4667-46BB0A592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BC692F-2038-4881-43BA-6F4DB1CB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E9154-926E-F7C4-EC82-B75BC7C8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9AEDA-33B6-D8E5-F1CF-D4F18E72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586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F7B7E-C8B0-CA2A-F6D7-AC37CC21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C3CD9-646E-3CAF-B6FB-2C9049864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DA63C0-4086-11DF-7855-9B951F54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3BB15F-045B-6B1D-C480-78C1F100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425983-AC64-E3D8-0F81-A31B7437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35CFAA-F797-454C-40B9-C72466E6C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733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24220-0803-D3F3-577A-7EC96903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61C407-F560-1F4C-FAEB-EBB6C6B37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EAC19-D0D0-D70D-E04B-082846C90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03C916-CCCC-F7F2-B1B4-0005474A6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A73E9A8-4917-0B79-3B6E-DC5B42A7F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50B1B8-8F13-5E9E-01AA-86757FDF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2C0308-C883-0D96-215E-49D2A639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204DB1-7759-C48E-6D0C-55597D17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172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10A0A-6C09-944C-E6AF-D5203A20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383C37-54FD-2CB6-3CA5-7D5C8EED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F74847-B572-E961-7405-99DFAD86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F04667-DD06-8C2F-B508-329892A0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92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05D0AF-59A2-6558-2CF1-F69F6B26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4E3651-2334-D090-1D85-C0E07DFB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9E1D9-3BFB-A0D8-0412-BA4894EB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220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15748-4668-759A-95F5-78C995C2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BBA566-42BD-895C-1338-7B7E20466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EC0C97-4962-86F6-C4F7-F3AA63D26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DE20CC-28D3-8996-16DF-79E86B67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762F30-3341-B0E4-D114-09BF85B4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4BF486-ECBF-C64C-2C92-00BE0FAC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029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28775-E377-7590-FF1D-179CAC5A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482A34-6675-7CDC-03DE-B2AC4359E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BF6C4E-FE37-D095-4E2E-D880AFB4C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7673D4-D186-D76D-C719-893F6B91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2D2B0D-0F32-FB2F-D708-44DD044F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1A5D7C-13D8-954B-DD3C-BC72ADBF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549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F92CF-669D-4FCD-CDA1-B8F38A6B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D0C2A4-D3EE-78B8-1F47-62323B5A2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9A902-FF59-D9F9-4826-C19DFA83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13CE9A-B33E-B6D8-0F6F-083F9865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1FB3E-5995-6471-33F4-D60C2657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429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C00D8F-DF5C-7799-3266-AE087E536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E1529D-E2DB-D19D-05A1-5097115D1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E81D4D-B710-BDAF-9285-30D7F1DC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10450-519A-7D8C-26A3-28F7728F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F5321-14D0-219B-920F-7919BA84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086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88C48E-F547-45DE-619D-EE096D6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CF5ACC-4B15-9F03-46FE-D8107F4E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013001-44C3-8690-1984-7737C668B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095F2-1666-0949-9988-64A99B23E28F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40393-2A1A-44E0-2A6B-082FEB8A9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76850-2F08-0ECE-B1DF-988CC2506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95885-8620-1A44-BEA3-7E0B6980FD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56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617EAC6-1CC7-2601-DBF2-9FD560B77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17" y="2751004"/>
            <a:ext cx="3576059" cy="29122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2FD521-2EAF-E357-298B-4E647EB30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608" y="1034770"/>
            <a:ext cx="2309080" cy="466242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794AAF5-5762-2AF7-1BA2-58E8156D5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3627" r="65162" b="84655"/>
          <a:stretch/>
        </p:blipFill>
        <p:spPr bwMode="auto">
          <a:xfrm>
            <a:off x="4949804" y="811185"/>
            <a:ext cx="3037490" cy="803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CF438E3-D26C-84FE-E14D-05174F93E4D2}"/>
              </a:ext>
            </a:extLst>
          </p:cNvPr>
          <p:cNvSpPr txBox="1"/>
          <p:nvPr/>
        </p:nvSpPr>
        <p:spPr>
          <a:xfrm>
            <a:off x="4853313" y="1738625"/>
            <a:ext cx="1387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Diketo-enol</a:t>
            </a:r>
          </a:p>
          <a:p>
            <a:pPr algn="ctr"/>
            <a:r>
              <a:rPr kumimoji="1"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[DKE-N</a:t>
            </a:r>
            <a:r>
              <a:rPr kumimoji="1" lang="en-US" altLang="zh-CN" baseline="-25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1"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kumimoji="1" lang="en-US" altLang="zh-CN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algn="ctr"/>
            <a:r>
              <a:rPr kumimoji="1"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89%</a:t>
            </a:r>
            <a:endParaRPr kumimoji="1" lang="zh-CN" altLang="en-US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A2249D8-F611-88A9-2992-BACD2E05D575}"/>
              </a:ext>
            </a:extLst>
          </p:cNvPr>
          <p:cNvSpPr txBox="1"/>
          <p:nvPr/>
        </p:nvSpPr>
        <p:spPr>
          <a:xfrm>
            <a:off x="6599929" y="1767788"/>
            <a:ext cx="1387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Diketo-enol</a:t>
            </a:r>
          </a:p>
          <a:p>
            <a:pPr algn="ctr"/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[DKE-N</a:t>
            </a:r>
            <a:r>
              <a:rPr kumimoji="1" lang="en-US" altLang="zh-CN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kumimoji="1" lang="en-US" altLang="zh-CN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algn="ctr"/>
            <a:r>
              <a:rPr kumimoji="1"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11%</a:t>
            </a:r>
            <a:endParaRPr kumimoji="1"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E6EEBC-2768-7021-EDED-841C41C00BB4}"/>
              </a:ext>
            </a:extLst>
          </p:cNvPr>
          <p:cNvSpPr txBox="1"/>
          <p:nvPr/>
        </p:nvSpPr>
        <p:spPr>
          <a:xfrm>
            <a:off x="4271371" y="5553121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1D1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kumimoji="1" lang="en-US" altLang="zh-CN" baseline="-25000" dirty="0">
                <a:solidFill>
                  <a:srgbClr val="1D1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en-US" altLang="zh-CN" baseline="30000" dirty="0">
                <a:solidFill>
                  <a:srgbClr val="1D1AC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kumimoji="1" lang="zh-CN" altLang="en-US" baseline="30000" dirty="0">
              <a:solidFill>
                <a:srgbClr val="1D1AC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17C805-EA8E-422D-7747-AC3BBF74600D}"/>
              </a:ext>
            </a:extLst>
          </p:cNvPr>
          <p:cNvSpPr txBox="1"/>
          <p:nvPr/>
        </p:nvSpPr>
        <p:spPr>
          <a:xfrm>
            <a:off x="2509493" y="5553121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</a:t>
            </a:r>
            <a:r>
              <a:rPr kumimoji="1" lang="en-US" altLang="zh-CN" baseline="-25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en-US" altLang="zh-CN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UH Crystal</a:t>
            </a:r>
            <a:endParaRPr kumimoji="1" lang="zh-CN" altLang="en-US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62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</Words>
  <Application>Microsoft Macintosh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Chen, Qizan</dc:creator>
  <cp:lastModifiedBy>Chen, Qizan</cp:lastModifiedBy>
  <cp:revision>1</cp:revision>
  <dcterms:created xsi:type="dcterms:W3CDTF">2025-02-19T00:26:51Z</dcterms:created>
  <dcterms:modified xsi:type="dcterms:W3CDTF">2025-02-19T00:44:49Z</dcterms:modified>
</cp:coreProperties>
</file>